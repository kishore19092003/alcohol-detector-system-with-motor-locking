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8" r:id="rId10"/>
    <p:sldId id="269" r:id="rId11"/>
    <p:sldId id="271" r:id="rId12"/>
    <p:sldId id="272" r:id="rId13"/>
    <p:sldId id="27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7" autoAdjust="0"/>
    <p:restoredTop sz="94662" autoAdjust="0"/>
  </p:normalViewPr>
  <p:slideViewPr>
    <p:cSldViewPr>
      <p:cViewPr>
        <p:scale>
          <a:sx n="75" d="100"/>
          <a:sy n="75" d="100"/>
        </p:scale>
        <p:origin x="-123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jpeg" /><Relationship Id="rId1" Type="http://schemas.openxmlformats.org/officeDocument/2006/relationships/image" Target="../media/image6.jpeg" /><Relationship Id="rId4" Type="http://schemas.openxmlformats.org/officeDocument/2006/relationships/image" Target="../media/image9.jpeg" 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jpeg" /><Relationship Id="rId1" Type="http://schemas.openxmlformats.org/officeDocument/2006/relationships/image" Target="../media/image6.jpeg" /><Relationship Id="rId4" Type="http://schemas.openxmlformats.org/officeDocument/2006/relationships/image" Target="../media/image9.jpe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4B2E4F-9C2E-4029-814A-E904EB45D06D}" type="doc">
      <dgm:prSet loTypeId="urn:microsoft.com/office/officeart/2005/8/layout/pList2" loCatId="list" qsTypeId="urn:microsoft.com/office/officeart/2005/8/quickstyle/simple1#1" qsCatId="simple" csTypeId="urn:microsoft.com/office/officeart/2005/8/colors/accent1_2#1" csCatId="accent1" phldr="1"/>
      <dgm:spPr/>
    </dgm:pt>
    <dgm:pt modelId="{DF33D258-5CE8-4A72-9457-87E7C2DF8271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Buzzer is a device that converts electrical signals into audio signal.</a:t>
          </a:r>
          <a:endParaRPr lang="en-US" dirty="0"/>
        </a:p>
      </dgm:t>
    </dgm:pt>
    <dgm:pt modelId="{EADEC0BA-0C76-49F3-A17E-D0115FBE0AD1}" type="parTrans" cxnId="{829D012B-7E39-4AA3-850D-D42564A1F3A2}">
      <dgm:prSet/>
      <dgm:spPr/>
      <dgm:t>
        <a:bodyPr/>
        <a:lstStyle/>
        <a:p>
          <a:endParaRPr lang="en-US"/>
        </a:p>
      </dgm:t>
    </dgm:pt>
    <dgm:pt modelId="{65942863-D234-4A95-9DB8-DB49EDDE250A}" type="sibTrans" cxnId="{829D012B-7E39-4AA3-850D-D42564A1F3A2}">
      <dgm:prSet/>
      <dgm:spPr/>
      <dgm:t>
        <a:bodyPr/>
        <a:lstStyle/>
        <a:p>
          <a:endParaRPr lang="en-US"/>
        </a:p>
      </dgm:t>
    </dgm:pt>
    <dgm:pt modelId="{ECA7416F-FB23-4BBF-8F7D-203881E6F572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LED (light-emitting diode) is a semiconductor device that emits light when an electric current passes through it.</a:t>
          </a:r>
          <a:endParaRPr lang="en-US" dirty="0"/>
        </a:p>
      </dgm:t>
    </dgm:pt>
    <dgm:pt modelId="{42F25351-7F26-4B65-81C7-4F1DE8B3C2DB}" type="parTrans" cxnId="{293A4F60-F813-47E3-9F9A-5246D4AD3C07}">
      <dgm:prSet/>
      <dgm:spPr/>
      <dgm:t>
        <a:bodyPr/>
        <a:lstStyle/>
        <a:p>
          <a:endParaRPr lang="en-US"/>
        </a:p>
      </dgm:t>
    </dgm:pt>
    <dgm:pt modelId="{77851A79-670F-4EEA-A53A-252B0848B227}" type="sibTrans" cxnId="{293A4F60-F813-47E3-9F9A-5246D4AD3C07}">
      <dgm:prSet/>
      <dgm:spPr/>
      <dgm:t>
        <a:bodyPr/>
        <a:lstStyle/>
        <a:p>
          <a:endParaRPr lang="en-US"/>
        </a:p>
      </dgm:t>
    </dgm:pt>
    <dgm:pt modelId="{FCD84683-D1F6-4991-B086-B3975CACA874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Connecting wires are  allow electricity to flow from one electrical component to another</a:t>
          </a:r>
          <a:endParaRPr lang="en-US" dirty="0"/>
        </a:p>
      </dgm:t>
    </dgm:pt>
    <dgm:pt modelId="{7986D122-349B-47E5-A7AB-05C0139FACAE}" type="parTrans" cxnId="{9393891F-B058-445E-8FC3-D153984E1031}">
      <dgm:prSet/>
      <dgm:spPr/>
      <dgm:t>
        <a:bodyPr/>
        <a:lstStyle/>
        <a:p>
          <a:endParaRPr lang="en-US"/>
        </a:p>
      </dgm:t>
    </dgm:pt>
    <dgm:pt modelId="{393CB7FD-D5C6-4DD7-939F-82CB0AF9070E}" type="sibTrans" cxnId="{9393891F-B058-445E-8FC3-D153984E1031}">
      <dgm:prSet/>
      <dgm:spPr/>
      <dgm:t>
        <a:bodyPr/>
        <a:lstStyle/>
        <a:p>
          <a:endParaRPr lang="en-US"/>
        </a:p>
      </dgm:t>
    </dgm:pt>
    <dgm:pt modelId="{139A2590-1259-4412-AAF7-86056209E57C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Resistor is a either limiting or regulating the flow of electric current in electrical circuits</a:t>
          </a:r>
        </a:p>
      </dgm:t>
    </dgm:pt>
    <dgm:pt modelId="{C8947C3D-90C1-4252-B8E8-2820B7BC01A9}" type="parTrans" cxnId="{1C5F597D-DAEC-49BF-869D-F3F9FD44B3F2}">
      <dgm:prSet/>
      <dgm:spPr/>
      <dgm:t>
        <a:bodyPr/>
        <a:lstStyle/>
        <a:p>
          <a:endParaRPr lang="en-US"/>
        </a:p>
      </dgm:t>
    </dgm:pt>
    <dgm:pt modelId="{8B0F06C3-087E-4776-916A-1520519E3FA6}" type="sibTrans" cxnId="{1C5F597D-DAEC-49BF-869D-F3F9FD44B3F2}">
      <dgm:prSet/>
      <dgm:spPr/>
      <dgm:t>
        <a:bodyPr/>
        <a:lstStyle/>
        <a:p>
          <a:endParaRPr lang="en-US"/>
        </a:p>
      </dgm:t>
    </dgm:pt>
    <dgm:pt modelId="{9F623E47-D931-4E25-8BA2-E48F323A6624}" type="pres">
      <dgm:prSet presAssocID="{DD4B2E4F-9C2E-4029-814A-E904EB45D06D}" presName="Name0" presStyleCnt="0">
        <dgm:presLayoutVars>
          <dgm:dir/>
          <dgm:resizeHandles val="exact"/>
        </dgm:presLayoutVars>
      </dgm:prSet>
      <dgm:spPr/>
    </dgm:pt>
    <dgm:pt modelId="{BE33BADA-C49C-4783-99E2-247FCD92430C}" type="pres">
      <dgm:prSet presAssocID="{DD4B2E4F-9C2E-4029-814A-E904EB45D06D}" presName="bkgdShp" presStyleLbl="alignAccFollowNode1" presStyleIdx="0" presStyleCnt="1" custLinFactNeighborX="925" custLinFactNeighborY="-21578"/>
      <dgm:spPr/>
    </dgm:pt>
    <dgm:pt modelId="{D2782537-14A6-42C8-AAFB-605135843336}" type="pres">
      <dgm:prSet presAssocID="{DD4B2E4F-9C2E-4029-814A-E904EB45D06D}" presName="linComp" presStyleCnt="0"/>
      <dgm:spPr/>
    </dgm:pt>
    <dgm:pt modelId="{971DABDC-4ED5-428C-BD07-4431F967CFFC}" type="pres">
      <dgm:prSet presAssocID="{DF33D258-5CE8-4A72-9457-87E7C2DF8271}" presName="compNode" presStyleCnt="0"/>
      <dgm:spPr/>
    </dgm:pt>
    <dgm:pt modelId="{0DC3D94C-25DA-4C2C-994C-BA1821A145D5}" type="pres">
      <dgm:prSet presAssocID="{DF33D258-5CE8-4A72-9457-87E7C2DF8271}" presName="node" presStyleLbl="node1" presStyleIdx="0" presStyleCnt="4">
        <dgm:presLayoutVars>
          <dgm:bulletEnabled val="1"/>
        </dgm:presLayoutVars>
      </dgm:prSet>
      <dgm:spPr/>
    </dgm:pt>
    <dgm:pt modelId="{BB69CDDF-AA76-485D-B4B5-5F6821893935}" type="pres">
      <dgm:prSet presAssocID="{DF33D258-5CE8-4A72-9457-87E7C2DF8271}" presName="invisiNode" presStyleLbl="node1" presStyleIdx="0" presStyleCnt="4"/>
      <dgm:spPr/>
    </dgm:pt>
    <dgm:pt modelId="{1D9212C9-FF89-468D-A830-09C3952980F5}" type="pres">
      <dgm:prSet presAssocID="{DF33D258-5CE8-4A72-9457-87E7C2DF8271}" presName="imagNode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8000" b="-28000"/>
          </a:stretch>
        </a:blipFill>
      </dgm:spPr>
    </dgm:pt>
    <dgm:pt modelId="{8D688A00-FC8C-4D41-A09F-BEE80B55508A}" type="pres">
      <dgm:prSet presAssocID="{65942863-D234-4A95-9DB8-DB49EDDE250A}" presName="sibTrans" presStyleLbl="sibTrans2D1" presStyleIdx="0" presStyleCnt="0"/>
      <dgm:spPr/>
    </dgm:pt>
    <dgm:pt modelId="{5C044C97-CA75-4F4A-8A33-4BF89F2CC15B}" type="pres">
      <dgm:prSet presAssocID="{ECA7416F-FB23-4BBF-8F7D-203881E6F572}" presName="compNode" presStyleCnt="0"/>
      <dgm:spPr/>
    </dgm:pt>
    <dgm:pt modelId="{F5D29343-AE94-4C62-8302-EE4A918A5C99}" type="pres">
      <dgm:prSet presAssocID="{ECA7416F-FB23-4BBF-8F7D-203881E6F572}" presName="node" presStyleLbl="node1" presStyleIdx="1" presStyleCnt="4">
        <dgm:presLayoutVars>
          <dgm:bulletEnabled val="1"/>
        </dgm:presLayoutVars>
      </dgm:prSet>
      <dgm:spPr/>
    </dgm:pt>
    <dgm:pt modelId="{666DE981-AF05-4D1D-8F1C-E7B7834D56B8}" type="pres">
      <dgm:prSet presAssocID="{ECA7416F-FB23-4BBF-8F7D-203881E6F572}" presName="invisiNode" presStyleLbl="node1" presStyleIdx="1" presStyleCnt="4"/>
      <dgm:spPr/>
    </dgm:pt>
    <dgm:pt modelId="{E3C90D22-392F-4DC6-9D2E-23A2FE286B97}" type="pres">
      <dgm:prSet presAssocID="{ECA7416F-FB23-4BBF-8F7D-203881E6F572}" presName="imagNode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gm:spPr>
    </dgm:pt>
    <dgm:pt modelId="{B151828D-4B78-42A9-AD73-2DE71E032DAA}" type="pres">
      <dgm:prSet presAssocID="{77851A79-670F-4EEA-A53A-252B0848B227}" presName="sibTrans" presStyleLbl="sibTrans2D1" presStyleIdx="0" presStyleCnt="0"/>
      <dgm:spPr/>
    </dgm:pt>
    <dgm:pt modelId="{487569FB-7246-4696-A248-02C7728C3C15}" type="pres">
      <dgm:prSet presAssocID="{139A2590-1259-4412-AAF7-86056209E57C}" presName="compNode" presStyleCnt="0"/>
      <dgm:spPr/>
    </dgm:pt>
    <dgm:pt modelId="{3CA58082-16A9-49CD-AB27-F2946FECBC60}" type="pres">
      <dgm:prSet presAssocID="{139A2590-1259-4412-AAF7-86056209E57C}" presName="node" presStyleLbl="node1" presStyleIdx="2" presStyleCnt="4">
        <dgm:presLayoutVars>
          <dgm:bulletEnabled val="1"/>
        </dgm:presLayoutVars>
      </dgm:prSet>
      <dgm:spPr/>
    </dgm:pt>
    <dgm:pt modelId="{1DEF6E81-623B-472D-B51C-68FE2C1B6758}" type="pres">
      <dgm:prSet presAssocID="{139A2590-1259-4412-AAF7-86056209E57C}" presName="invisiNode" presStyleLbl="node1" presStyleIdx="2" presStyleCnt="4"/>
      <dgm:spPr/>
    </dgm:pt>
    <dgm:pt modelId="{C10C39EF-05BE-4E8C-805A-36950576EA16}" type="pres">
      <dgm:prSet presAssocID="{139A2590-1259-4412-AAF7-86056209E57C}" presName="imagNode" presStyleLbl="fgImgPlace1" presStyleIdx="2" presStyleCnt="4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A7DAB9CD-CCBE-4853-BDE2-2CB39BC7342E}" type="pres">
      <dgm:prSet presAssocID="{8B0F06C3-087E-4776-916A-1520519E3FA6}" presName="sibTrans" presStyleLbl="sibTrans2D1" presStyleIdx="0" presStyleCnt="0"/>
      <dgm:spPr/>
    </dgm:pt>
    <dgm:pt modelId="{764277D5-38CA-484A-B1DE-FC7A2CF0CFDD}" type="pres">
      <dgm:prSet presAssocID="{FCD84683-D1F6-4991-B086-B3975CACA874}" presName="compNode" presStyleCnt="0"/>
      <dgm:spPr/>
    </dgm:pt>
    <dgm:pt modelId="{2634C643-EF11-470A-8DED-62E7C8F5CC92}" type="pres">
      <dgm:prSet presAssocID="{FCD84683-D1F6-4991-B086-B3975CACA874}" presName="node" presStyleLbl="node1" presStyleIdx="3" presStyleCnt="4">
        <dgm:presLayoutVars>
          <dgm:bulletEnabled val="1"/>
        </dgm:presLayoutVars>
      </dgm:prSet>
      <dgm:spPr/>
    </dgm:pt>
    <dgm:pt modelId="{6D2761DA-0FAD-4146-90BE-7A84CF9217F0}" type="pres">
      <dgm:prSet presAssocID="{FCD84683-D1F6-4991-B086-B3975CACA874}" presName="invisiNode" presStyleLbl="node1" presStyleIdx="3" presStyleCnt="4"/>
      <dgm:spPr/>
    </dgm:pt>
    <dgm:pt modelId="{F5B479A2-9117-4B4D-81C8-9D77666E0985}" type="pres">
      <dgm:prSet presAssocID="{FCD84683-D1F6-4991-B086-B3975CACA874}" presName="imagNode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</dgm:ptLst>
  <dgm:cxnLst>
    <dgm:cxn modelId="{15F9C011-5C6D-4914-A7D3-3620BA60BEE9}" type="presOf" srcId="{8B0F06C3-087E-4776-916A-1520519E3FA6}" destId="{A7DAB9CD-CCBE-4853-BDE2-2CB39BC7342E}" srcOrd="0" destOrd="0" presId="urn:microsoft.com/office/officeart/2005/8/layout/pList2"/>
    <dgm:cxn modelId="{9393891F-B058-445E-8FC3-D153984E1031}" srcId="{DD4B2E4F-9C2E-4029-814A-E904EB45D06D}" destId="{FCD84683-D1F6-4991-B086-B3975CACA874}" srcOrd="3" destOrd="0" parTransId="{7986D122-349B-47E5-A7AB-05C0139FACAE}" sibTransId="{393CB7FD-D5C6-4DD7-939F-82CB0AF9070E}"/>
    <dgm:cxn modelId="{4049A122-814F-4602-A101-54D69F93F201}" type="presOf" srcId="{FCD84683-D1F6-4991-B086-B3975CACA874}" destId="{2634C643-EF11-470A-8DED-62E7C8F5CC92}" srcOrd="0" destOrd="0" presId="urn:microsoft.com/office/officeart/2005/8/layout/pList2"/>
    <dgm:cxn modelId="{60C88523-CF25-4BB5-B12E-7D51174A144C}" type="presOf" srcId="{65942863-D234-4A95-9DB8-DB49EDDE250A}" destId="{8D688A00-FC8C-4D41-A09F-BEE80B55508A}" srcOrd="0" destOrd="0" presId="urn:microsoft.com/office/officeart/2005/8/layout/pList2"/>
    <dgm:cxn modelId="{9C653529-29E2-413A-99EB-A07A8470521D}" type="presOf" srcId="{139A2590-1259-4412-AAF7-86056209E57C}" destId="{3CA58082-16A9-49CD-AB27-F2946FECBC60}" srcOrd="0" destOrd="0" presId="urn:microsoft.com/office/officeart/2005/8/layout/pList2"/>
    <dgm:cxn modelId="{829D012B-7E39-4AA3-850D-D42564A1F3A2}" srcId="{DD4B2E4F-9C2E-4029-814A-E904EB45D06D}" destId="{DF33D258-5CE8-4A72-9457-87E7C2DF8271}" srcOrd="0" destOrd="0" parTransId="{EADEC0BA-0C76-49F3-A17E-D0115FBE0AD1}" sibTransId="{65942863-D234-4A95-9DB8-DB49EDDE250A}"/>
    <dgm:cxn modelId="{293A4F60-F813-47E3-9F9A-5246D4AD3C07}" srcId="{DD4B2E4F-9C2E-4029-814A-E904EB45D06D}" destId="{ECA7416F-FB23-4BBF-8F7D-203881E6F572}" srcOrd="1" destOrd="0" parTransId="{42F25351-7F26-4B65-81C7-4F1DE8B3C2DB}" sibTransId="{77851A79-670F-4EEA-A53A-252B0848B227}"/>
    <dgm:cxn modelId="{1C5F597D-DAEC-49BF-869D-F3F9FD44B3F2}" srcId="{DD4B2E4F-9C2E-4029-814A-E904EB45D06D}" destId="{139A2590-1259-4412-AAF7-86056209E57C}" srcOrd="2" destOrd="0" parTransId="{C8947C3D-90C1-4252-B8E8-2820B7BC01A9}" sibTransId="{8B0F06C3-087E-4776-916A-1520519E3FA6}"/>
    <dgm:cxn modelId="{06EBD47E-8905-488F-9316-BBF8B8721FBE}" type="presOf" srcId="{DD4B2E4F-9C2E-4029-814A-E904EB45D06D}" destId="{9F623E47-D931-4E25-8BA2-E48F323A6624}" srcOrd="0" destOrd="0" presId="urn:microsoft.com/office/officeart/2005/8/layout/pList2"/>
    <dgm:cxn modelId="{41927296-17C0-485D-BE3B-6DD9BD794A55}" type="presOf" srcId="{DF33D258-5CE8-4A72-9457-87E7C2DF8271}" destId="{0DC3D94C-25DA-4C2C-994C-BA1821A145D5}" srcOrd="0" destOrd="0" presId="urn:microsoft.com/office/officeart/2005/8/layout/pList2"/>
    <dgm:cxn modelId="{B7C396D1-D1F2-4E6B-8277-08C5AEE59928}" type="presOf" srcId="{77851A79-670F-4EEA-A53A-252B0848B227}" destId="{B151828D-4B78-42A9-AD73-2DE71E032DAA}" srcOrd="0" destOrd="0" presId="urn:microsoft.com/office/officeart/2005/8/layout/pList2"/>
    <dgm:cxn modelId="{C739FDF9-B9F7-4825-AB6F-CEB5CA593753}" type="presOf" srcId="{ECA7416F-FB23-4BBF-8F7D-203881E6F572}" destId="{F5D29343-AE94-4C62-8302-EE4A918A5C99}" srcOrd="0" destOrd="0" presId="urn:microsoft.com/office/officeart/2005/8/layout/pList2"/>
    <dgm:cxn modelId="{66826A0F-D6EA-4A58-A29E-4CCF75B61C42}" type="presParOf" srcId="{9F623E47-D931-4E25-8BA2-E48F323A6624}" destId="{BE33BADA-C49C-4783-99E2-247FCD92430C}" srcOrd="0" destOrd="0" presId="urn:microsoft.com/office/officeart/2005/8/layout/pList2"/>
    <dgm:cxn modelId="{C274F42F-7476-42B6-BA5D-1E188846F3B0}" type="presParOf" srcId="{9F623E47-D931-4E25-8BA2-E48F323A6624}" destId="{D2782537-14A6-42C8-AAFB-605135843336}" srcOrd="1" destOrd="0" presId="urn:microsoft.com/office/officeart/2005/8/layout/pList2"/>
    <dgm:cxn modelId="{859DD97B-649C-4AFA-8F57-C2574E14F5BE}" type="presParOf" srcId="{D2782537-14A6-42C8-AAFB-605135843336}" destId="{971DABDC-4ED5-428C-BD07-4431F967CFFC}" srcOrd="0" destOrd="0" presId="urn:microsoft.com/office/officeart/2005/8/layout/pList2"/>
    <dgm:cxn modelId="{C1B1981F-1678-4AB8-8B8F-E626EC102E5A}" type="presParOf" srcId="{971DABDC-4ED5-428C-BD07-4431F967CFFC}" destId="{0DC3D94C-25DA-4C2C-994C-BA1821A145D5}" srcOrd="0" destOrd="0" presId="urn:microsoft.com/office/officeart/2005/8/layout/pList2"/>
    <dgm:cxn modelId="{DEFE92AC-9B04-496A-82F5-3F47096535A1}" type="presParOf" srcId="{971DABDC-4ED5-428C-BD07-4431F967CFFC}" destId="{BB69CDDF-AA76-485D-B4B5-5F6821893935}" srcOrd="1" destOrd="0" presId="urn:microsoft.com/office/officeart/2005/8/layout/pList2"/>
    <dgm:cxn modelId="{02BB19DE-410A-4EA4-92B2-59CC1F2E9072}" type="presParOf" srcId="{971DABDC-4ED5-428C-BD07-4431F967CFFC}" destId="{1D9212C9-FF89-468D-A830-09C3952980F5}" srcOrd="2" destOrd="0" presId="urn:microsoft.com/office/officeart/2005/8/layout/pList2"/>
    <dgm:cxn modelId="{0B5D7665-C6AA-46C9-854C-EAED5F2C40BB}" type="presParOf" srcId="{D2782537-14A6-42C8-AAFB-605135843336}" destId="{8D688A00-FC8C-4D41-A09F-BEE80B55508A}" srcOrd="1" destOrd="0" presId="urn:microsoft.com/office/officeart/2005/8/layout/pList2"/>
    <dgm:cxn modelId="{38EF6E3D-2EEE-4C7D-9DBA-160672BBCB3C}" type="presParOf" srcId="{D2782537-14A6-42C8-AAFB-605135843336}" destId="{5C044C97-CA75-4F4A-8A33-4BF89F2CC15B}" srcOrd="2" destOrd="0" presId="urn:microsoft.com/office/officeart/2005/8/layout/pList2"/>
    <dgm:cxn modelId="{F13A7C24-350C-49B5-8BF3-903C5B024312}" type="presParOf" srcId="{5C044C97-CA75-4F4A-8A33-4BF89F2CC15B}" destId="{F5D29343-AE94-4C62-8302-EE4A918A5C99}" srcOrd="0" destOrd="0" presId="urn:microsoft.com/office/officeart/2005/8/layout/pList2"/>
    <dgm:cxn modelId="{8E6401A2-6CB6-4535-A806-3707FE5D4CB2}" type="presParOf" srcId="{5C044C97-CA75-4F4A-8A33-4BF89F2CC15B}" destId="{666DE981-AF05-4D1D-8F1C-E7B7834D56B8}" srcOrd="1" destOrd="0" presId="urn:microsoft.com/office/officeart/2005/8/layout/pList2"/>
    <dgm:cxn modelId="{2E2B0E08-BFD5-4569-B6A9-1628B3366F38}" type="presParOf" srcId="{5C044C97-CA75-4F4A-8A33-4BF89F2CC15B}" destId="{E3C90D22-392F-4DC6-9D2E-23A2FE286B97}" srcOrd="2" destOrd="0" presId="urn:microsoft.com/office/officeart/2005/8/layout/pList2"/>
    <dgm:cxn modelId="{E73DCC07-AFBB-4FB1-86B3-B003F3B98BA3}" type="presParOf" srcId="{D2782537-14A6-42C8-AAFB-605135843336}" destId="{B151828D-4B78-42A9-AD73-2DE71E032DAA}" srcOrd="3" destOrd="0" presId="urn:microsoft.com/office/officeart/2005/8/layout/pList2"/>
    <dgm:cxn modelId="{CA92F171-9598-4D9B-92E5-CC1EB799E43B}" type="presParOf" srcId="{D2782537-14A6-42C8-AAFB-605135843336}" destId="{487569FB-7246-4696-A248-02C7728C3C15}" srcOrd="4" destOrd="0" presId="urn:microsoft.com/office/officeart/2005/8/layout/pList2"/>
    <dgm:cxn modelId="{06BBA442-528F-4C52-BD4D-28F57FDF2B69}" type="presParOf" srcId="{487569FB-7246-4696-A248-02C7728C3C15}" destId="{3CA58082-16A9-49CD-AB27-F2946FECBC60}" srcOrd="0" destOrd="0" presId="urn:microsoft.com/office/officeart/2005/8/layout/pList2"/>
    <dgm:cxn modelId="{E7042A40-6D20-4BC3-8E64-824E36639544}" type="presParOf" srcId="{487569FB-7246-4696-A248-02C7728C3C15}" destId="{1DEF6E81-623B-472D-B51C-68FE2C1B6758}" srcOrd="1" destOrd="0" presId="urn:microsoft.com/office/officeart/2005/8/layout/pList2"/>
    <dgm:cxn modelId="{8DCD1D36-8E77-4FF7-ABE3-32760AAC193F}" type="presParOf" srcId="{487569FB-7246-4696-A248-02C7728C3C15}" destId="{C10C39EF-05BE-4E8C-805A-36950576EA16}" srcOrd="2" destOrd="0" presId="urn:microsoft.com/office/officeart/2005/8/layout/pList2"/>
    <dgm:cxn modelId="{C37D03C0-C330-40B4-B465-74DCF0D92CB3}" type="presParOf" srcId="{D2782537-14A6-42C8-AAFB-605135843336}" destId="{A7DAB9CD-CCBE-4853-BDE2-2CB39BC7342E}" srcOrd="5" destOrd="0" presId="urn:microsoft.com/office/officeart/2005/8/layout/pList2"/>
    <dgm:cxn modelId="{76BF0153-1918-4741-8540-7CE6772C0FB3}" type="presParOf" srcId="{D2782537-14A6-42C8-AAFB-605135843336}" destId="{764277D5-38CA-484A-B1DE-FC7A2CF0CFDD}" srcOrd="6" destOrd="0" presId="urn:microsoft.com/office/officeart/2005/8/layout/pList2"/>
    <dgm:cxn modelId="{A786F378-3884-4350-945F-1F22A4A61D3B}" type="presParOf" srcId="{764277D5-38CA-484A-B1DE-FC7A2CF0CFDD}" destId="{2634C643-EF11-470A-8DED-62E7C8F5CC92}" srcOrd="0" destOrd="0" presId="urn:microsoft.com/office/officeart/2005/8/layout/pList2"/>
    <dgm:cxn modelId="{A628DE8C-2CC6-44DF-954D-7310980630FC}" type="presParOf" srcId="{764277D5-38CA-484A-B1DE-FC7A2CF0CFDD}" destId="{6D2761DA-0FAD-4146-90BE-7A84CF9217F0}" srcOrd="1" destOrd="0" presId="urn:microsoft.com/office/officeart/2005/8/layout/pList2"/>
    <dgm:cxn modelId="{5E8871AC-A2EE-48DD-87B9-F687702799CC}" type="presParOf" srcId="{764277D5-38CA-484A-B1DE-FC7A2CF0CFDD}" destId="{F5B479A2-9117-4B4D-81C8-9D77666E0985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3BADA-C49C-4783-99E2-247FCD92430C}">
      <dsp:nvSpPr>
        <dsp:cNvPr id="0" name=""/>
        <dsp:cNvSpPr/>
      </dsp:nvSpPr>
      <dsp:spPr>
        <a:xfrm>
          <a:off x="0" y="0"/>
          <a:ext cx="8229600" cy="239315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9212C9-FF89-468D-A830-09C3952980F5}">
      <dsp:nvSpPr>
        <dsp:cNvPr id="0" name=""/>
        <dsp:cNvSpPr/>
      </dsp:nvSpPr>
      <dsp:spPr>
        <a:xfrm>
          <a:off x="249154" y="319087"/>
          <a:ext cx="1797974" cy="175498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8000" b="-2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C3D94C-25DA-4C2C-994C-BA1821A145D5}">
      <dsp:nvSpPr>
        <dsp:cNvPr id="0" name=""/>
        <dsp:cNvSpPr/>
      </dsp:nvSpPr>
      <dsp:spPr>
        <a:xfrm rot="10800000">
          <a:off x="249154" y="2393156"/>
          <a:ext cx="1797974" cy="2924968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Buzzer is a device that converts electrical signals into audio signal.</a:t>
          </a:r>
          <a:endParaRPr lang="en-US" sz="1800" kern="1200" dirty="0"/>
        </a:p>
      </dsp:txBody>
      <dsp:txXfrm rot="10800000">
        <a:off x="304448" y="2393156"/>
        <a:ext cx="1687386" cy="2869674"/>
      </dsp:txXfrm>
    </dsp:sp>
    <dsp:sp modelId="{E3C90D22-392F-4DC6-9D2E-23A2FE286B97}">
      <dsp:nvSpPr>
        <dsp:cNvPr id="0" name=""/>
        <dsp:cNvSpPr/>
      </dsp:nvSpPr>
      <dsp:spPr>
        <a:xfrm>
          <a:off x="2226926" y="319087"/>
          <a:ext cx="1797974" cy="175498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D29343-AE94-4C62-8302-EE4A918A5C99}">
      <dsp:nvSpPr>
        <dsp:cNvPr id="0" name=""/>
        <dsp:cNvSpPr/>
      </dsp:nvSpPr>
      <dsp:spPr>
        <a:xfrm rot="10800000">
          <a:off x="2226926" y="2393156"/>
          <a:ext cx="1797974" cy="2924968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LED (light-emitting diode) is a semiconductor device that emits light when an electric current passes through it.</a:t>
          </a:r>
          <a:endParaRPr lang="en-US" sz="1800" kern="1200" dirty="0"/>
        </a:p>
      </dsp:txBody>
      <dsp:txXfrm rot="10800000">
        <a:off x="2282220" y="2393156"/>
        <a:ext cx="1687386" cy="2869674"/>
      </dsp:txXfrm>
    </dsp:sp>
    <dsp:sp modelId="{C10C39EF-05BE-4E8C-805A-36950576EA16}">
      <dsp:nvSpPr>
        <dsp:cNvPr id="0" name=""/>
        <dsp:cNvSpPr/>
      </dsp:nvSpPr>
      <dsp:spPr>
        <a:xfrm>
          <a:off x="4204698" y="319087"/>
          <a:ext cx="1797974" cy="1754981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58082-16A9-49CD-AB27-F2946FECBC60}">
      <dsp:nvSpPr>
        <dsp:cNvPr id="0" name=""/>
        <dsp:cNvSpPr/>
      </dsp:nvSpPr>
      <dsp:spPr>
        <a:xfrm rot="10800000">
          <a:off x="4204698" y="2393156"/>
          <a:ext cx="1797974" cy="2924968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Resistor is a either limiting or regulating the flow of electric current in electrical circuits</a:t>
          </a:r>
        </a:p>
      </dsp:txBody>
      <dsp:txXfrm rot="10800000">
        <a:off x="4259992" y="2393156"/>
        <a:ext cx="1687386" cy="2869674"/>
      </dsp:txXfrm>
    </dsp:sp>
    <dsp:sp modelId="{F5B479A2-9117-4B4D-81C8-9D77666E0985}">
      <dsp:nvSpPr>
        <dsp:cNvPr id="0" name=""/>
        <dsp:cNvSpPr/>
      </dsp:nvSpPr>
      <dsp:spPr>
        <a:xfrm>
          <a:off x="6182470" y="319087"/>
          <a:ext cx="1797974" cy="175498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34C643-EF11-470A-8DED-62E7C8F5CC92}">
      <dsp:nvSpPr>
        <dsp:cNvPr id="0" name=""/>
        <dsp:cNvSpPr/>
      </dsp:nvSpPr>
      <dsp:spPr>
        <a:xfrm rot="10800000">
          <a:off x="6182470" y="2393156"/>
          <a:ext cx="1797974" cy="2924968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Connecting wires are  allow electricity to flow from one electrical component to another</a:t>
          </a:r>
          <a:endParaRPr lang="en-US" sz="1800" kern="1200" dirty="0"/>
        </a:p>
      </dsp:txBody>
      <dsp:txXfrm rot="10800000">
        <a:off x="6237764" y="2393156"/>
        <a:ext cx="1687386" cy="2869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4E7DD3-04E8-499D-A3B7-637BC8FC99F0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C46D4-F36A-4D10-975E-A6A7F4E191C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F3C0-C6B6-436A-B49D-F32E1E5355B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7F3E0-CB39-4BA3-803B-6DE0B35E223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F3C0-C6B6-436A-B49D-F32E1E5355B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7F3E0-CB39-4BA3-803B-6DE0B35E22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025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F3C0-C6B6-436A-B49D-F32E1E5355B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327F3E0-CB39-4BA3-803B-6DE0B35E22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F3C0-C6B6-436A-B49D-F32E1E5355B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7F3E0-CB39-4BA3-803B-6DE0B35E22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F3C0-C6B6-436A-B49D-F32E1E5355B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7F3E0-CB39-4BA3-803B-6DE0B35E22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F3C0-C6B6-436A-B49D-F32E1E5355B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7F3E0-CB39-4BA3-803B-6DE0B35E22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F3C0-C6B6-436A-B49D-F32E1E5355B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7F3E0-CB39-4BA3-803B-6DE0B35E22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F3C0-C6B6-436A-B49D-F32E1E5355B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7F3E0-CB39-4BA3-803B-6DE0B35E22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F3C0-C6B6-436A-B49D-F32E1E5355B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7F3E0-CB39-4BA3-803B-6DE0B35E22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F3C0-C6B6-436A-B49D-F32E1E5355B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7F3E0-CB39-4BA3-803B-6DE0B35E22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F3C0-C6B6-436A-B49D-F32E1E5355B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7F3E0-CB39-4BA3-803B-6DE0B35E22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F3C0-C6B6-436A-B49D-F32E1E5355B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7F3E0-CB39-4BA3-803B-6DE0B35E22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26A7F3C0-C6B6-436A-B49D-F32E1E5355B4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327F3E0-CB39-4BA3-803B-6DE0B35E223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 panose="05020102010507070707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210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 panose="05020102010507070707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4110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 panose="05000000000000000000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185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 panose="050401020108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590" indent="-182880" algn="l" rtl="0" eaLnBrk="1" latinLnBrk="0" hangingPunct="1">
        <a:spcBef>
          <a:spcPct val="20000"/>
        </a:spcBef>
        <a:buClr>
          <a:schemeClr val="tx1"/>
        </a:buClr>
        <a:buFont typeface="Wingdings 2" panose="05020102010507070707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665" indent="-182880" algn="l" rtl="0" eaLnBrk="1" latinLnBrk="0" hangingPunct="1">
        <a:spcBef>
          <a:spcPct val="20000"/>
        </a:spcBef>
        <a:buClr>
          <a:schemeClr val="tx1"/>
        </a:buClr>
        <a:buFont typeface="Wingdings 3" panose="05040102010807070707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255" indent="-182880" algn="l" rtl="0" eaLnBrk="1" latinLnBrk="0" hangingPunct="1">
        <a:spcBef>
          <a:spcPct val="20000"/>
        </a:spcBef>
        <a:buClr>
          <a:schemeClr val="tx1"/>
        </a:buClr>
        <a:buFont typeface="Wingdings 2" panose="05020102010507070707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550" indent="-182880" algn="l" rtl="0" eaLnBrk="1" latinLnBrk="0" hangingPunct="1">
        <a:spcBef>
          <a:spcPct val="20000"/>
        </a:spcBef>
        <a:buClr>
          <a:schemeClr val="tx1"/>
        </a:buClr>
        <a:buFont typeface="Wingdings 2" panose="05020102010507070707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8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68866" y="840804"/>
            <a:ext cx="650353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WAYANAMC EDUCATION TRUST®</a:t>
            </a:r>
          </a:p>
          <a:p>
            <a:pPr algn="ctr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 BOSCO INSTITUTE OF TECHNOLOGY</a:t>
            </a:r>
          </a:p>
          <a:p>
            <a:pPr algn="ctr"/>
            <a:r>
              <a:rPr lang="en-IN" sz="2000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Kumbalagodu</a:t>
            </a:r>
            <a:r>
              <a:rPr lang="en-IN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Bengaluru – 560 074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8866" y="2971799"/>
            <a:ext cx="6808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Department of Electrical and Electronics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6824" y="423493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Presented on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57400" y="4848829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ALCOHOL DETECTION  SYSTEM USING ARDUINO UNO</a:t>
            </a:r>
          </a:p>
        </p:txBody>
      </p:sp>
      <p:pic>
        <p:nvPicPr>
          <p:cNvPr id="9" name="Picture 8"/>
          <p:cNvPicPr>
            <a:picLocks noChangeArrowheads="1"/>
          </p:cNvPicPr>
          <p:nvPr/>
        </p:nvPicPr>
        <p:blipFill>
          <a:blip r:embed="rId2" cstate="print"/>
          <a:srcRect t="7172" b="7172"/>
          <a:stretch>
            <a:fillRect/>
          </a:stretch>
        </p:blipFill>
        <p:spPr bwMode="auto">
          <a:xfrm>
            <a:off x="228600" y="821799"/>
            <a:ext cx="1040266" cy="915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8600" y="900466"/>
            <a:ext cx="1049565" cy="857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pPr marL="137160" indent="0" algn="ctr">
              <a:buNone/>
            </a:pPr>
            <a:r>
              <a:rPr lang="en-IN" sz="3000" dirty="0">
                <a:solidFill>
                  <a:srgbClr val="002060"/>
                </a:solidFill>
              </a:rPr>
              <a:t>ALCOHOL DETECTION  SYSTEM USING ARDUINO UNO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8400" y="2209800"/>
            <a:ext cx="4648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" indent="0">
              <a:buNone/>
            </a:pPr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1DB21EE014 - Kishore C</a:t>
            </a:r>
          </a:p>
          <a:p>
            <a:pPr marL="137160" indent="0">
              <a:buNone/>
            </a:pPr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1DB21EE019 - </a:t>
            </a:r>
            <a:r>
              <a:rPr lang="en-IN" b="1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Omkar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Jain </a:t>
            </a:r>
          </a:p>
          <a:p>
            <a:pPr marL="137160" indent="0">
              <a:buNone/>
            </a:pPr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1DB22EE410 - </a:t>
            </a:r>
            <a:r>
              <a:rPr lang="en-IN" b="1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Jeevan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</a:t>
            </a:r>
          </a:p>
          <a:p>
            <a:pPr marL="137160" indent="0">
              <a:buNone/>
            </a:pPr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1DB22EE416 - </a:t>
            </a:r>
            <a:r>
              <a:rPr lang="en-IN" b="1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Sinchana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R</a:t>
            </a:r>
          </a:p>
          <a:p>
            <a:pPr marL="137160" indent="0">
              <a:buNone/>
            </a:pPr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1DB22EE419 - </a:t>
            </a:r>
            <a:r>
              <a:rPr lang="en-IN" b="1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Venugopalareddy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9400" y="1720622"/>
            <a:ext cx="2895600" cy="36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Bef>
                <a:spcPts val="800"/>
              </a:spcBef>
            </a:pPr>
            <a:r>
              <a:rPr lang="en-IN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3421" y="4114800"/>
            <a:ext cx="3886200" cy="2017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Bef>
                <a:spcPts val="800"/>
              </a:spcBef>
            </a:pPr>
            <a:r>
              <a:rPr lang="en-US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</a:t>
            </a:r>
            <a:endParaRPr lang="en-US" sz="1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/>
            <a:r>
              <a:rPr lang="en-IN" b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</a:t>
            </a:r>
            <a:r>
              <a:rPr lang="en-IN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AKSHATHA R HEGDE</a:t>
            </a:r>
          </a:p>
          <a:p>
            <a:pPr algn="ctr"/>
            <a:r>
              <a:rPr lang="en-IN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US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lvl="0" algn="ctr">
              <a:lnSpc>
                <a:spcPct val="107000"/>
              </a:lnSpc>
              <a:spcBef>
                <a:spcPts val="8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Department of EEE, DBIT</a:t>
            </a:r>
            <a:endParaRPr lang="en-US" sz="1200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lvl="0" algn="ctr">
              <a:lnSpc>
                <a:spcPct val="107000"/>
              </a:lnSpc>
              <a:spcBef>
                <a:spcPts val="800"/>
              </a:spcBef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BENGALURU </a:t>
            </a:r>
            <a:endParaRPr lang="en-US" sz="1200" b="1" dirty="0">
              <a:solidFill>
                <a:srgbClr val="C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endParaRPr lang="en-US" sz="1200" b="1" dirty="0">
              <a:solidFill>
                <a:srgbClr val="C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Table of contents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8229600" cy="3429000"/>
          </a:xfrm>
        </p:spPr>
        <p:txBody>
          <a:bodyPr>
            <a:normAutofit/>
          </a:bodyPr>
          <a:lstStyle/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we are creating a simple Alcohol detection system.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can use it in various application fields.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this is a small demonstration of a simple Alcohol detector using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MQ3 sensor. 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advanced alcohol sensors are available in the market for a reasonable price, but we are here to make this project using some basic microcontroller like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LED, Buzzer and MQ3 alcohol sensors.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8200" y="2514600"/>
            <a:ext cx="19812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ALCOHOL SENSOR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200" y="4229100"/>
            <a:ext cx="19812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 PROGRAMING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3800" y="1098645"/>
            <a:ext cx="14478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POWER SUPPLY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0" y="2409967"/>
            <a:ext cx="1447800" cy="99060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0" y="4229100"/>
            <a:ext cx="14478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BUZZER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438400"/>
            <a:ext cx="1600200" cy="29604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ARDUINO UNO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819400" y="2905267"/>
            <a:ext cx="838200" cy="295133"/>
          </a:xfrm>
          <a:prstGeom prst="rightArrow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2819400" y="4572000"/>
            <a:ext cx="838200" cy="342900"/>
          </a:xfrm>
          <a:prstGeom prst="rightArrow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4305300" y="1860645"/>
            <a:ext cx="304800" cy="549322"/>
          </a:xfrm>
          <a:prstGeom prst="downArrow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Arrow 25"/>
          <p:cNvSpPr/>
          <p:nvPr/>
        </p:nvSpPr>
        <p:spPr>
          <a:xfrm rot="10800000">
            <a:off x="5257800" y="4648200"/>
            <a:ext cx="838200" cy="381000"/>
          </a:xfrm>
          <a:prstGeom prst="leftArrow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eft Arrow 26"/>
          <p:cNvSpPr/>
          <p:nvPr/>
        </p:nvSpPr>
        <p:spPr>
          <a:xfrm rot="10800000">
            <a:off x="5257800" y="2743200"/>
            <a:ext cx="838200" cy="309633"/>
          </a:xfrm>
          <a:prstGeom prst="leftArrow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2060"/>
                </a:solidFill>
              </a:rPr>
              <a:t>Components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133600"/>
            <a:ext cx="8229600" cy="3124200"/>
          </a:xfrm>
        </p:spPr>
        <p:txBody>
          <a:bodyPr>
            <a:normAutofit/>
          </a:bodyPr>
          <a:lstStyle/>
          <a:p>
            <a:r>
              <a:rPr lang="en-IN" sz="1800" dirty="0"/>
              <a:t>MQ-3 Alcohol  Sensor</a:t>
            </a:r>
          </a:p>
          <a:p>
            <a:r>
              <a:rPr lang="en-IN" sz="1800" dirty="0" err="1"/>
              <a:t>Arduino</a:t>
            </a:r>
            <a:r>
              <a:rPr lang="en-IN" sz="1800" dirty="0"/>
              <a:t> UNO</a:t>
            </a:r>
          </a:p>
          <a:p>
            <a:r>
              <a:rPr lang="en-IN" sz="1800" dirty="0"/>
              <a:t>Buzzer</a:t>
            </a:r>
          </a:p>
          <a:p>
            <a:r>
              <a:rPr lang="en-IN" sz="1800" dirty="0"/>
              <a:t>LED</a:t>
            </a:r>
          </a:p>
          <a:p>
            <a:r>
              <a:rPr lang="en-IN" sz="1800" dirty="0"/>
              <a:t>Resistor </a:t>
            </a:r>
          </a:p>
          <a:p>
            <a:r>
              <a:rPr lang="en-IN" sz="1800" dirty="0"/>
              <a:t>Connecting wires</a:t>
            </a:r>
            <a:endParaRPr lang="en-US" sz="1800" dirty="0"/>
          </a:p>
          <a:p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772400" cy="1162050"/>
          </a:xfrm>
        </p:spPr>
        <p:txBody>
          <a:bodyPr>
            <a:noAutofit/>
          </a:bodyPr>
          <a:lstStyle/>
          <a:p>
            <a:pPr algn="ctr"/>
            <a:r>
              <a:rPr lang="en-IN" sz="3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MQ-3 Alcohol  Sensor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5029200" cy="5157806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charset="0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 - Supplies power for the module. You can connect it to 5V output from your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GND - It is the Ground Pin and needs to be connected to GND pin on the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D0 - Provides a digital representation of the presence of alcohol</a:t>
            </a:r>
          </a:p>
          <a:p>
            <a:pPr marL="285750" indent="-285750" algn="just">
              <a:buFont typeface="Wingdings" panose="05000000000000000000" charset="0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A0 - Provides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voltage in proportional to the concentration of alcohol</a:t>
            </a:r>
          </a:p>
          <a:p>
            <a:pPr marL="285750" indent="-285750" algn="just">
              <a:buFont typeface="Wingdings" panose="05000000000000000000" charset="0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MQ3 alcohol sensor is suitable for detecting alcohol concentration on your breath, just like your common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breathalyzer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q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638800" y="1676400"/>
            <a:ext cx="3352800" cy="3200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IN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UNO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4495800" cy="3810000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UNO is a low-cost and flexible.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easy-to-use programmable open-source microcontroller board.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board can be interfaced with other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boards,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shields, Raspberry Pi boards.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control relays, LEDs, servos, and motors as an output.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UNO is a microcontroller board based on the ATmega328P.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1905000"/>
            <a:ext cx="3899451" cy="35147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107387"/>
              </p:ext>
            </p:extLst>
          </p:nvPr>
        </p:nvGraphicFramePr>
        <p:xfrm>
          <a:off x="457200" y="381000"/>
          <a:ext cx="8229600" cy="5318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Working and Circuit diagram 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315460" cy="4526280"/>
          </a:xfrm>
        </p:spPr>
        <p:txBody>
          <a:bodyPr>
            <a:noAutofit/>
          </a:bodyPr>
          <a:lstStyle/>
          <a:p>
            <a:pPr algn="just"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Sensor: The MQ3 sensor detects the presence of alcohol. The sensor’s resistance changes when it comes into contact with alcohol.</a:t>
            </a:r>
          </a:p>
          <a:p>
            <a:pPr algn="just"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Arduino: The Arduino Uno board is a microcontroller that receives signals from the sensor.</a:t>
            </a:r>
          </a:p>
          <a:p>
            <a:pPr algn="just"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Digital pin: The sensor’s output is connected to a digital pin on the Arduino. If the Arduino reads a high pulse, alcohol is present.</a:t>
            </a:r>
          </a:p>
          <a:p>
            <a:pPr algn="just"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Indicator: LED and 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Buzzer will activate.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Content Placeholder 1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76800" y="2176145"/>
            <a:ext cx="4038600" cy="35007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533083"/>
            <a:ext cx="8229600" cy="1143000"/>
          </a:xfrm>
        </p:spPr>
        <p:txBody>
          <a:bodyPr/>
          <a:lstStyle/>
          <a:p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3740150"/>
          </a:xfrm>
        </p:spPr>
        <p:txBody>
          <a:bodyPr/>
          <a:lstStyle/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Safety: They can prevent drunk driving and reduce traffic accidents.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Simple to use: They have a simple drive circuit and are easy to interface with microcontrollers.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Easy to implement: They are small in volume and easy to implement.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283"/>
            <a:ext cx="8229600" cy="1143000"/>
          </a:xfrm>
        </p:spPr>
        <p:txBody>
          <a:bodyPr/>
          <a:lstStyle/>
          <a:p>
            <a:r>
              <a:rPr lang="en-US" alt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057400"/>
            <a:ext cx="8229600" cy="3441700"/>
          </a:xfrm>
        </p:spPr>
        <p:txBody>
          <a:bodyPr/>
          <a:lstStyle/>
          <a:p>
            <a:pPr marL="137160" indent="0" algn="just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 leveraging the Arduino platform and the MQ-3 sensor’s capabilities, this system can effectively detect alcohol presence.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offers potential applications in areas such as vehicle safety or personal use, contributing to efforts in preventing alcohol-related incidents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35"/>
            <a:ext cx="9147175" cy="6892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0</TotalTime>
  <Words>3132</Words>
  <Application>Microsoft Office PowerPoint</Application>
  <PresentationFormat>On-screen Show (4:3)</PresentationFormat>
  <Paragraphs>107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Apex</vt:lpstr>
      <vt:lpstr>PowerPoint Presentation</vt:lpstr>
      <vt:lpstr>PowerPoint Presentation</vt:lpstr>
      <vt:lpstr>Table of contents</vt:lpstr>
      <vt:lpstr>Introduction </vt:lpstr>
      <vt:lpstr>Block Diagram </vt:lpstr>
      <vt:lpstr>Components  </vt:lpstr>
      <vt:lpstr>MQ-3 Alcohol  Sensor </vt:lpstr>
      <vt:lpstr>Arduino UNO </vt:lpstr>
      <vt:lpstr>PowerPoint Presentation</vt:lpstr>
      <vt:lpstr>Working and Circuit diagram </vt:lpstr>
      <vt:lpstr>Advantages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Library</dc:creator>
  <cp:lastModifiedBy>venugr08@gmail.com</cp:lastModifiedBy>
  <cp:revision>13</cp:revision>
  <dcterms:created xsi:type="dcterms:W3CDTF">2023-11-21T05:42:00Z</dcterms:created>
  <dcterms:modified xsi:type="dcterms:W3CDTF">2023-11-22T04:10:09Z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0E3DD28A6F12428181A454A80FB846FD_13</vt:lpwstr>
  </property>
  <property fmtid="{D5CDD505-2E9C-101B-9397-08002B2CF9AE}" pid="3" name="KSOProductBuildVer">
    <vt:lpwstr>1033-12.2.0.13306</vt:lpwstr>
  </property>
</Properties>
</file>